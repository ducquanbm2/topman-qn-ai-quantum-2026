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Paytone One" charset="1" panose="00000500000000000000"/>
      <p:regular r:id="rId8"/>
    </p:embeddedFont>
    <p:embeddedFont>
      <p:font typeface="Arial MT Pro" charset="1" panose="020B0502020202020204"/>
      <p:regular r:id="rId9"/>
    </p:embeddedFont>
    <p:embeddedFont>
      <p:font typeface="Times New Roman MT" charset="1" panose="02030502070405020303"/>
      <p:regular r:id="rId10"/>
    </p:embeddedFont>
    <p:embeddedFont>
      <p:font typeface="Times New Roman MT Bold" charset="1" panose="02030802070405020303"/>
      <p:regular r:id="rId11"/>
    </p:embeddedFont>
    <p:embeddedFont>
      <p:font typeface="Arial MT Pro Italics" charset="1" panose="020B0502020202090204"/>
      <p:regular r:id="rId12"/>
    </p:embeddedFont>
    <p:embeddedFont>
      <p:font typeface="Arimo" charset="1" panose="020B0604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826"/>
            <a:ext cx="18288000" cy="1209526"/>
          </a:xfrm>
          <a:custGeom>
            <a:avLst/>
            <a:gdLst/>
            <a:ahLst/>
            <a:cxnLst/>
            <a:rect r="r" b="b" t="t" l="l"/>
            <a:pathLst>
              <a:path h="1209526" w="18288000">
                <a:moveTo>
                  <a:pt x="0" y="0"/>
                </a:moveTo>
                <a:lnTo>
                  <a:pt x="18288000" y="0"/>
                </a:lnTo>
                <a:lnTo>
                  <a:pt x="18288000" y="1209526"/>
                </a:lnTo>
                <a:lnTo>
                  <a:pt x="0" y="120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90419" y="2389371"/>
            <a:ext cx="6707162" cy="5508257"/>
            <a:chOff x="0" y="0"/>
            <a:chExt cx="8942883" cy="73443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42832" cy="7344283"/>
            </a:xfrm>
            <a:custGeom>
              <a:avLst/>
              <a:gdLst/>
              <a:ahLst/>
              <a:cxnLst/>
              <a:rect r="r" b="b" t="t" l="l"/>
              <a:pathLst>
                <a:path h="7344283" w="8942832">
                  <a:moveTo>
                    <a:pt x="0" y="0"/>
                  </a:moveTo>
                  <a:lnTo>
                    <a:pt x="8942832" y="0"/>
                  </a:lnTo>
                  <a:lnTo>
                    <a:pt x="8942832" y="7344283"/>
                  </a:lnTo>
                  <a:lnTo>
                    <a:pt x="0" y="734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 l="-25" t="0" r="-25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9533682"/>
            <a:ext cx="4385011" cy="753318"/>
          </a:xfrm>
          <a:custGeom>
            <a:avLst/>
            <a:gdLst/>
            <a:ahLst/>
            <a:cxnLst/>
            <a:rect r="r" b="b" t="t" l="l"/>
            <a:pathLst>
              <a:path h="753318" w="4385011">
                <a:moveTo>
                  <a:pt x="0" y="0"/>
                </a:moveTo>
                <a:lnTo>
                  <a:pt x="4385011" y="0"/>
                </a:lnTo>
                <a:lnTo>
                  <a:pt x="4385011" y="753318"/>
                </a:lnTo>
                <a:lnTo>
                  <a:pt x="0" y="753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01440" y="9533682"/>
            <a:ext cx="4386560" cy="753318"/>
          </a:xfrm>
          <a:custGeom>
            <a:avLst/>
            <a:gdLst/>
            <a:ahLst/>
            <a:cxnLst/>
            <a:rect r="r" b="b" t="t" l="l"/>
            <a:pathLst>
              <a:path h="753318" w="4386560">
                <a:moveTo>
                  <a:pt x="0" y="0"/>
                </a:moveTo>
                <a:lnTo>
                  <a:pt x="4386560" y="0"/>
                </a:lnTo>
                <a:lnTo>
                  <a:pt x="4386560" y="753318"/>
                </a:lnTo>
                <a:lnTo>
                  <a:pt x="0" y="7533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54237" y="9533682"/>
            <a:ext cx="9779527" cy="753318"/>
          </a:xfrm>
          <a:custGeom>
            <a:avLst/>
            <a:gdLst/>
            <a:ahLst/>
            <a:cxnLst/>
            <a:rect r="r" b="b" t="t" l="l"/>
            <a:pathLst>
              <a:path h="753318" w="9779527">
                <a:moveTo>
                  <a:pt x="0" y="0"/>
                </a:moveTo>
                <a:lnTo>
                  <a:pt x="9779527" y="0"/>
                </a:lnTo>
                <a:lnTo>
                  <a:pt x="9779527" y="753318"/>
                </a:lnTo>
                <a:lnTo>
                  <a:pt x="0" y="7533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925437" y="-232126"/>
            <a:ext cx="3362563" cy="1193800"/>
            <a:chOff x="0" y="0"/>
            <a:chExt cx="4483417" cy="1591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83417" cy="1591733"/>
            </a:xfrm>
            <a:custGeom>
              <a:avLst/>
              <a:gdLst/>
              <a:ahLst/>
              <a:cxnLst/>
              <a:rect r="r" b="b" t="t" l="l"/>
              <a:pathLst>
                <a:path h="1591733" w="4483417">
                  <a:moveTo>
                    <a:pt x="0" y="0"/>
                  </a:moveTo>
                  <a:lnTo>
                    <a:pt x="4483417" y="0"/>
                  </a:lnTo>
                  <a:lnTo>
                    <a:pt x="4483417" y="1591733"/>
                  </a:lnTo>
                  <a:lnTo>
                    <a:pt x="0" y="1591733"/>
                  </a:lnTo>
                  <a:close/>
                </a:path>
              </a:pathLst>
            </a:custGeom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4483417" cy="17250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9799"/>
                </a:lnSpc>
              </a:pPr>
              <a:r>
                <a:rPr lang="en-US" sz="6998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hcmus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1210" y="34574"/>
            <a:ext cx="8902790" cy="927100"/>
            <a:chOff x="0" y="0"/>
            <a:chExt cx="11870387" cy="12361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70386" cy="1236133"/>
            </a:xfrm>
            <a:custGeom>
              <a:avLst/>
              <a:gdLst/>
              <a:ahLst/>
              <a:cxnLst/>
              <a:rect r="r" b="b" t="t" l="l"/>
              <a:pathLst>
                <a:path h="1236133" w="11870386">
                  <a:moveTo>
                    <a:pt x="0" y="0"/>
                  </a:moveTo>
                  <a:lnTo>
                    <a:pt x="11870386" y="0"/>
                  </a:lnTo>
                  <a:lnTo>
                    <a:pt x="11870386" y="1236133"/>
                  </a:lnTo>
                  <a:lnTo>
                    <a:pt x="0" y="1236133"/>
                  </a:lnTo>
                  <a:close/>
                </a:path>
              </a:pathLst>
            </a:custGeom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1870387" cy="13313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698"/>
                </a:lnSpc>
              </a:pPr>
              <a:r>
                <a:rPr lang="en-US" sz="5498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tiêu đề mỗi phần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71357" y="9718180"/>
            <a:ext cx="1111523" cy="469900"/>
            <a:chOff x="0" y="0"/>
            <a:chExt cx="1482031" cy="626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82031" cy="626533"/>
            </a:xfrm>
            <a:custGeom>
              <a:avLst/>
              <a:gdLst/>
              <a:ahLst/>
              <a:cxnLst/>
              <a:rect r="r" b="b" t="t" l="l"/>
              <a:pathLst>
                <a:path h="626533" w="1482031">
                  <a:moveTo>
                    <a:pt x="0" y="0"/>
                  </a:moveTo>
                  <a:lnTo>
                    <a:pt x="1482031" y="0"/>
                  </a:lnTo>
                  <a:lnTo>
                    <a:pt x="1482031" y="626533"/>
                  </a:lnTo>
                  <a:lnTo>
                    <a:pt x="0" y="626533"/>
                  </a:lnTo>
                  <a:close/>
                </a:path>
              </a:pathLst>
            </a:custGeom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482031" cy="7217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498"/>
                </a:lnSpc>
              </a:pPr>
              <a:r>
                <a:rPr lang="en-US" sz="249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Nhóm 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44110" y="9718180"/>
            <a:ext cx="2999780" cy="469900"/>
            <a:chOff x="0" y="0"/>
            <a:chExt cx="3999707" cy="6265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99707" cy="626533"/>
            </a:xfrm>
            <a:custGeom>
              <a:avLst/>
              <a:gdLst/>
              <a:ahLst/>
              <a:cxnLst/>
              <a:rect r="r" b="b" t="t" l="l"/>
              <a:pathLst>
                <a:path h="626533" w="3999707">
                  <a:moveTo>
                    <a:pt x="0" y="0"/>
                  </a:moveTo>
                  <a:lnTo>
                    <a:pt x="3999707" y="0"/>
                  </a:lnTo>
                  <a:lnTo>
                    <a:pt x="3999707" y="626533"/>
                  </a:lnTo>
                  <a:lnTo>
                    <a:pt x="0" y="626533"/>
                  </a:lnTo>
                  <a:close/>
                </a:path>
              </a:pathLst>
            </a:custGeom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3999707" cy="7217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498"/>
                </a:lnSpc>
              </a:pPr>
              <a:r>
                <a:rPr lang="en-US" sz="249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Triết học Mác - Lênin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623025" y="9718180"/>
            <a:ext cx="1076251" cy="469900"/>
            <a:chOff x="0" y="0"/>
            <a:chExt cx="1435001" cy="6265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5001" cy="626533"/>
            </a:xfrm>
            <a:custGeom>
              <a:avLst/>
              <a:gdLst/>
              <a:ahLst/>
              <a:cxnLst/>
              <a:rect r="r" b="b" t="t" l="l"/>
              <a:pathLst>
                <a:path h="626533" w="1435001">
                  <a:moveTo>
                    <a:pt x="0" y="0"/>
                  </a:moveTo>
                  <a:lnTo>
                    <a:pt x="1435001" y="0"/>
                  </a:lnTo>
                  <a:lnTo>
                    <a:pt x="1435001" y="626533"/>
                  </a:lnTo>
                  <a:lnTo>
                    <a:pt x="0" y="626533"/>
                  </a:lnTo>
                  <a:close/>
                </a:path>
              </a:pathLst>
            </a:custGeom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435001" cy="7217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498"/>
                </a:lnSpc>
              </a:pPr>
              <a:r>
                <a:rPr lang="en-US" sz="249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Trang x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3818" y="2202800"/>
            <a:ext cx="3561234" cy="1047750"/>
            <a:chOff x="0" y="0"/>
            <a:chExt cx="4748312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48312" cy="1397000"/>
            </a:xfrm>
            <a:custGeom>
              <a:avLst/>
              <a:gdLst/>
              <a:ahLst/>
              <a:cxnLst/>
              <a:rect r="r" b="b" t="t" l="l"/>
              <a:pathLst>
                <a:path h="1397000" w="4748312">
                  <a:moveTo>
                    <a:pt x="0" y="0"/>
                  </a:moveTo>
                  <a:lnTo>
                    <a:pt x="4748312" y="0"/>
                  </a:lnTo>
                  <a:lnTo>
                    <a:pt x="4748312" y="1397000"/>
                  </a:lnTo>
                  <a:lnTo>
                    <a:pt x="0" y="1397000"/>
                  </a:lnTo>
                  <a:close/>
                </a:path>
              </a:pathLst>
            </a:custGeom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748312" cy="14541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Font: Paytone One</a:t>
              </a:r>
            </a:p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Size: 55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682880" y="1177804"/>
            <a:ext cx="66675" cy="934508"/>
            <a:chOff x="0" y="0"/>
            <a:chExt cx="88900" cy="12460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44450"/>
              <a:ext cx="88900" cy="1157097"/>
            </a:xfrm>
            <a:custGeom>
              <a:avLst/>
              <a:gdLst/>
              <a:ahLst/>
              <a:cxnLst/>
              <a:rect r="r" b="b" t="t" l="l"/>
              <a:pathLst>
                <a:path h="1157097" w="88900">
                  <a:moveTo>
                    <a:pt x="0" y="1157097"/>
                  </a:moveTo>
                  <a:lnTo>
                    <a:pt x="0" y="0"/>
                  </a:lnTo>
                  <a:lnTo>
                    <a:pt x="88900" y="0"/>
                  </a:lnTo>
                  <a:lnTo>
                    <a:pt x="88900" y="115709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292730" y="7586133"/>
            <a:ext cx="1736229" cy="1114425"/>
            <a:chOff x="0" y="0"/>
            <a:chExt cx="2314972" cy="1485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14972" cy="1485900"/>
            </a:xfrm>
            <a:custGeom>
              <a:avLst/>
              <a:gdLst/>
              <a:ahLst/>
              <a:cxnLst/>
              <a:rect r="r" b="b" t="t" l="l"/>
              <a:pathLst>
                <a:path h="1485900" w="2314972">
                  <a:moveTo>
                    <a:pt x="0" y="0"/>
                  </a:moveTo>
                  <a:lnTo>
                    <a:pt x="2314972" y="0"/>
                  </a:lnTo>
                  <a:lnTo>
                    <a:pt x="2314972" y="1485900"/>
                  </a:lnTo>
                  <a:lnTo>
                    <a:pt x="0" y="1485900"/>
                  </a:lnTo>
                  <a:close/>
                </a:path>
              </a:pathLst>
            </a:custGeom>
          </p:spPr>
        </p:sp>
        <p:sp>
          <p:nvSpPr>
            <p:cNvPr name="TextBox 30" id="30"/>
            <p:cNvSpPr txBox="true"/>
            <p:nvPr/>
          </p:nvSpPr>
          <p:spPr>
            <a:xfrm>
              <a:off x="0" y="-123825"/>
              <a:ext cx="2314972" cy="16097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Font: Arial</a:t>
              </a:r>
            </a:p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Size: 25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161150" y="8791045"/>
            <a:ext cx="66675" cy="934508"/>
            <a:chOff x="0" y="0"/>
            <a:chExt cx="88900" cy="12460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44450"/>
              <a:ext cx="88900" cy="1157097"/>
            </a:xfrm>
            <a:custGeom>
              <a:avLst/>
              <a:gdLst/>
              <a:ahLst/>
              <a:cxnLst/>
              <a:rect r="r" b="b" t="t" l="l"/>
              <a:pathLst>
                <a:path h="1157097" w="88900">
                  <a:moveTo>
                    <a:pt x="88900" y="0"/>
                  </a:moveTo>
                  <a:lnTo>
                    <a:pt x="88900" y="1157097"/>
                  </a:lnTo>
                  <a:lnTo>
                    <a:pt x="0" y="11570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91476" y="3860305"/>
            <a:ext cx="8275626" cy="3575050"/>
            <a:chOff x="0" y="0"/>
            <a:chExt cx="11034168" cy="47667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34168" cy="4766733"/>
            </a:xfrm>
            <a:custGeom>
              <a:avLst/>
              <a:gdLst/>
              <a:ahLst/>
              <a:cxnLst/>
              <a:rect r="r" b="b" t="t" l="l"/>
              <a:pathLst>
                <a:path h="4766733" w="11034168">
                  <a:moveTo>
                    <a:pt x="0" y="0"/>
                  </a:moveTo>
                  <a:lnTo>
                    <a:pt x="11034168" y="0"/>
                  </a:lnTo>
                  <a:lnTo>
                    <a:pt x="11034168" y="4766733"/>
                  </a:lnTo>
                  <a:lnTo>
                    <a:pt x="0" y="4766733"/>
                  </a:lnTo>
                  <a:close/>
                </a:path>
              </a:pathLst>
            </a:custGeom>
          </p:spPr>
        </p:sp>
        <p:sp>
          <p:nvSpPr>
            <p:cNvPr name="TextBox 35" id="35"/>
            <p:cNvSpPr txBox="true"/>
            <p:nvPr/>
          </p:nvSpPr>
          <p:spPr>
            <a:xfrm>
              <a:off x="0" y="-152400"/>
              <a:ext cx="11034168" cy="4919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598"/>
                </a:lnSpc>
              </a:pPr>
              <a:r>
                <a:rPr lang="en-US" sz="39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Nội dung mỗi slide (theo cô yêu cầu)</a:t>
              </a:r>
            </a:p>
            <a:p>
              <a:pPr algn="l">
                <a:lnSpc>
                  <a:spcPts val="5598"/>
                </a:lnSpc>
              </a:pPr>
              <a:r>
                <a:rPr lang="en-US" sz="39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Font: Times New Roman</a:t>
              </a:r>
            </a:p>
            <a:p>
              <a:pPr algn="l">
                <a:lnSpc>
                  <a:spcPts val="5598"/>
                </a:lnSpc>
              </a:pPr>
              <a:r>
                <a:rPr lang="en-US" sz="39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Size: tối thiểu 28</a:t>
              </a:r>
            </a:p>
            <a:p>
              <a:pPr algn="l">
                <a:lnSpc>
                  <a:spcPts val="5598"/>
                </a:lnSpc>
              </a:pPr>
              <a:r>
                <a:rPr lang="en-US" sz="39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Tối đa 8 dòng mỗi slide</a:t>
              </a:r>
            </a:p>
            <a:p>
              <a:pPr algn="l">
                <a:lnSpc>
                  <a:spcPts val="5598"/>
                </a:lnSpc>
              </a:pPr>
              <a:r>
                <a:rPr lang="en-US" sz="399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 đậm </a:t>
              </a:r>
              <a:r>
                <a:rPr lang="en-US" sz="39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nếu cần thiết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952078" y="4431805"/>
            <a:ext cx="2681303" cy="1784350"/>
            <a:chOff x="0" y="0"/>
            <a:chExt cx="3575071" cy="23791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75071" cy="2379133"/>
            </a:xfrm>
            <a:custGeom>
              <a:avLst/>
              <a:gdLst/>
              <a:ahLst/>
              <a:cxnLst/>
              <a:rect r="r" b="b" t="t" l="l"/>
              <a:pathLst>
                <a:path h="2379133" w="3575071">
                  <a:moveTo>
                    <a:pt x="0" y="0"/>
                  </a:moveTo>
                  <a:lnTo>
                    <a:pt x="3575071" y="0"/>
                  </a:lnTo>
                  <a:lnTo>
                    <a:pt x="3575071" y="2379133"/>
                  </a:lnTo>
                  <a:lnTo>
                    <a:pt x="0" y="2379133"/>
                  </a:lnTo>
                  <a:close/>
                </a:path>
              </a:pathLst>
            </a:custGeom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3575071" cy="24743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98"/>
                </a:lnSpc>
              </a:pPr>
              <a:r>
                <a:rPr lang="en-US" sz="2499" i="true">
                  <a:solidFill>
                    <a:srgbClr val="000000"/>
                  </a:solidFill>
                  <a:latin typeface="Arial MT Pro Italics"/>
                  <a:ea typeface="Arial MT Pro Italics"/>
                  <a:cs typeface="Arial MT Pro Italics"/>
                  <a:sym typeface="Arial MT Pro Italics"/>
                </a:rPr>
                <a:t>Chú thích hình ảnh</a:t>
              </a:r>
            </a:p>
            <a:p>
              <a:pPr algn="l">
                <a:lnSpc>
                  <a:spcPts val="3498"/>
                </a:lnSpc>
              </a:pPr>
              <a:r>
                <a:rPr lang="en-US" sz="2499" i="true">
                  <a:solidFill>
                    <a:srgbClr val="000000"/>
                  </a:solidFill>
                  <a:latin typeface="Arial MT Pro Italics"/>
                  <a:ea typeface="Arial MT Pro Italics"/>
                  <a:cs typeface="Arial MT Pro Italics"/>
                  <a:sym typeface="Arial MT Pro Italics"/>
                </a:rPr>
                <a:t>Font: Arial</a:t>
              </a:r>
            </a:p>
            <a:p>
              <a:pPr algn="l">
                <a:lnSpc>
                  <a:spcPts val="3498"/>
                </a:lnSpc>
              </a:pPr>
              <a:r>
                <a:rPr lang="en-US" sz="2499" i="true">
                  <a:solidFill>
                    <a:srgbClr val="000000"/>
                  </a:solidFill>
                  <a:latin typeface="Arial MT Pro Italics"/>
                  <a:ea typeface="Arial MT Pro Italics"/>
                  <a:cs typeface="Arial MT Pro Italics"/>
                  <a:sym typeface="Arial MT Pro Italics"/>
                </a:rPr>
                <a:t>Size: 25</a:t>
              </a:r>
            </a:p>
            <a:p>
              <a:pPr algn="l">
                <a:lnSpc>
                  <a:spcPts val="3498"/>
                </a:lnSpc>
              </a:pPr>
              <a:r>
                <a:rPr lang="en-US" sz="2499" i="true">
                  <a:solidFill>
                    <a:srgbClr val="000000"/>
                  </a:solidFill>
                  <a:latin typeface="Arial MT Pro Italics"/>
                  <a:ea typeface="Arial MT Pro Italics"/>
                  <a:cs typeface="Arial MT Pro Italics"/>
                  <a:sym typeface="Arial MT Pro Italics"/>
                </a:rPr>
                <a:t>In nghiêng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392266" y="8367818"/>
            <a:ext cx="11892483" cy="332740"/>
            <a:chOff x="0" y="0"/>
            <a:chExt cx="15856644" cy="4436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856645" cy="443653"/>
            </a:xfrm>
            <a:custGeom>
              <a:avLst/>
              <a:gdLst/>
              <a:ahLst/>
              <a:cxnLst/>
              <a:rect r="r" b="b" t="t" l="l"/>
              <a:pathLst>
                <a:path h="443653" w="15856645">
                  <a:moveTo>
                    <a:pt x="0" y="0"/>
                  </a:moveTo>
                  <a:lnTo>
                    <a:pt x="15856645" y="0"/>
                  </a:lnTo>
                  <a:lnTo>
                    <a:pt x="15856645" y="443653"/>
                  </a:lnTo>
                  <a:lnTo>
                    <a:pt x="0" y="443653"/>
                  </a:lnTo>
                  <a:close/>
                </a:path>
              </a:pathLst>
            </a:custGeom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5856644" cy="4912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58"/>
                </a:lnSpc>
              </a:pPr>
              <a:r>
                <a:rPr lang="en-US" sz="1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Times New Roman trên Canva hơi lỗi xíu chứ export ra .pptx là ok liền á, ae cứ yên tâm xài Times New Roman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0419" y="2389371"/>
            <a:ext cx="6707162" cy="5508257"/>
            <a:chOff x="0" y="0"/>
            <a:chExt cx="8942883" cy="7344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42832" cy="7344283"/>
            </a:xfrm>
            <a:custGeom>
              <a:avLst/>
              <a:gdLst/>
              <a:ahLst/>
              <a:cxnLst/>
              <a:rect r="r" b="b" t="t" l="l"/>
              <a:pathLst>
                <a:path h="7344283" w="8942832">
                  <a:moveTo>
                    <a:pt x="0" y="0"/>
                  </a:moveTo>
                  <a:lnTo>
                    <a:pt x="8942832" y="0"/>
                  </a:lnTo>
                  <a:lnTo>
                    <a:pt x="8942832" y="7344283"/>
                  </a:lnTo>
                  <a:lnTo>
                    <a:pt x="0" y="734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50"/>
              </a:blip>
              <a:stretch>
                <a:fillRect l="-25" t="0" r="-2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19407"/>
            <a:ext cx="4385011" cy="753318"/>
          </a:xfrm>
          <a:custGeom>
            <a:avLst/>
            <a:gdLst/>
            <a:ahLst/>
            <a:cxnLst/>
            <a:rect r="r" b="b" t="t" l="l"/>
            <a:pathLst>
              <a:path h="753318" w="4385011">
                <a:moveTo>
                  <a:pt x="0" y="0"/>
                </a:moveTo>
                <a:lnTo>
                  <a:pt x="4385011" y="0"/>
                </a:lnTo>
                <a:lnTo>
                  <a:pt x="4385011" y="753318"/>
                </a:lnTo>
                <a:lnTo>
                  <a:pt x="0" y="753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01440" y="9619407"/>
            <a:ext cx="4386560" cy="753318"/>
          </a:xfrm>
          <a:custGeom>
            <a:avLst/>
            <a:gdLst/>
            <a:ahLst/>
            <a:cxnLst/>
            <a:rect r="r" b="b" t="t" l="l"/>
            <a:pathLst>
              <a:path h="753318" w="4386560">
                <a:moveTo>
                  <a:pt x="0" y="0"/>
                </a:moveTo>
                <a:lnTo>
                  <a:pt x="4386560" y="0"/>
                </a:lnTo>
                <a:lnTo>
                  <a:pt x="4386560" y="753318"/>
                </a:lnTo>
                <a:lnTo>
                  <a:pt x="0" y="753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4237" y="9619407"/>
            <a:ext cx="9779527" cy="753318"/>
          </a:xfrm>
          <a:custGeom>
            <a:avLst/>
            <a:gdLst/>
            <a:ahLst/>
            <a:cxnLst/>
            <a:rect r="r" b="b" t="t" l="l"/>
            <a:pathLst>
              <a:path h="753318" w="9779527">
                <a:moveTo>
                  <a:pt x="0" y="0"/>
                </a:moveTo>
                <a:lnTo>
                  <a:pt x="9779527" y="0"/>
                </a:lnTo>
                <a:lnTo>
                  <a:pt x="9779527" y="753318"/>
                </a:lnTo>
                <a:lnTo>
                  <a:pt x="0" y="7533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DAGh5DCTjBM</dc:identifier>
  <dcterms:modified xsi:type="dcterms:W3CDTF">2011-08-01T06:04:30Z</dcterms:modified>
  <cp:revision>1</cp:revision>
  <dc:title>Tiêu đề (5).pptx</dc:title>
</cp:coreProperties>
</file>